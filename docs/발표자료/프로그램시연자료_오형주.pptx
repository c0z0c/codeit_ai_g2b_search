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a56cc39b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a56cc39b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a56cc39b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a56cc39b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56cc39b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56cc39b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56cc39b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a56cc39b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a56cc39b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a56cc39b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10" Type="http://schemas.openxmlformats.org/officeDocument/2006/relationships/image" Target="../media/image4.png"/><Relationship Id="rId9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2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4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57" name="Google Shape;57;p13"/>
          <p:cNvGrpSpPr/>
          <p:nvPr/>
        </p:nvGrpSpPr>
        <p:grpSpPr>
          <a:xfrm>
            <a:off x="30450" y="400725"/>
            <a:ext cx="1694150" cy="1415225"/>
            <a:chOff x="30450" y="400725"/>
            <a:chExt cx="1694150" cy="1415225"/>
          </a:xfrm>
        </p:grpSpPr>
        <p:sp>
          <p:nvSpPr>
            <p:cNvPr id="58" name="Google Shape;58;p13"/>
            <p:cNvSpPr/>
            <p:nvPr/>
          </p:nvSpPr>
          <p:spPr>
            <a:xfrm>
              <a:off x="30450" y="765950"/>
              <a:ext cx="1521600" cy="1050000"/>
            </a:xfrm>
            <a:prstGeom prst="frame">
              <a:avLst>
                <a:gd fmla="val 1448" name="adj1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791300" y="400725"/>
              <a:ext cx="933300" cy="306900"/>
            </a:xfrm>
            <a:prstGeom prst="wedgeRoundRectCallout">
              <a:avLst>
                <a:gd fmla="val -20833" name="adj1"/>
                <a:gd fmla="val 62500" name="adj2"/>
                <a:gd fmla="val 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APIKey</a:t>
              </a:r>
              <a:r>
                <a:rPr lang="ko" sz="800"/>
                <a:t>입력칸</a:t>
              </a:r>
              <a:endParaRPr sz="800"/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60875" y="1815950"/>
            <a:ext cx="1719875" cy="1349475"/>
            <a:chOff x="60875" y="1815950"/>
            <a:chExt cx="1719875" cy="1349475"/>
          </a:xfrm>
        </p:grpSpPr>
        <p:sp>
          <p:nvSpPr>
            <p:cNvPr id="61" name="Google Shape;61;p13"/>
            <p:cNvSpPr/>
            <p:nvPr/>
          </p:nvSpPr>
          <p:spPr>
            <a:xfrm>
              <a:off x="60875" y="2115425"/>
              <a:ext cx="1435500" cy="1050000"/>
            </a:xfrm>
            <a:prstGeom prst="frame">
              <a:avLst>
                <a:gd fmla="val 1448" name="adj1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642250" y="1815950"/>
              <a:ext cx="1138500" cy="260100"/>
            </a:xfrm>
            <a:prstGeom prst="wedgeRoundRectCallout">
              <a:avLst>
                <a:gd fmla="val -20833" name="adj1"/>
                <a:gd fmla="val 62500" name="adj2"/>
                <a:gd fmla="val 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1"/>
                  </a:solidFill>
                </a:rPr>
                <a:t>데이터 포털 업데이트</a:t>
              </a:r>
              <a:endParaRPr sz="800"/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60875" y="3297125"/>
            <a:ext cx="1384800" cy="1521900"/>
            <a:chOff x="60875" y="3297125"/>
            <a:chExt cx="1384800" cy="1521900"/>
          </a:xfrm>
        </p:grpSpPr>
        <p:sp>
          <p:nvSpPr>
            <p:cNvPr id="64" name="Google Shape;64;p13"/>
            <p:cNvSpPr/>
            <p:nvPr/>
          </p:nvSpPr>
          <p:spPr>
            <a:xfrm>
              <a:off x="60875" y="3297125"/>
              <a:ext cx="1384800" cy="1521900"/>
            </a:xfrm>
            <a:prstGeom prst="frame">
              <a:avLst>
                <a:gd fmla="val 1448" name="adj1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40475" y="3366625"/>
              <a:ext cx="829200" cy="260100"/>
            </a:xfrm>
            <a:prstGeom prst="wedgeRoundRectCallout">
              <a:avLst>
                <a:gd fmla="val -20833" name="adj1"/>
                <a:gd fmla="val 62500" name="adj2"/>
                <a:gd fmla="val 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1"/>
                  </a:solidFill>
                </a:rPr>
                <a:t>데이터 </a:t>
              </a:r>
              <a:r>
                <a:rPr lang="ko" sz="800">
                  <a:solidFill>
                    <a:schemeClr val="dk1"/>
                  </a:solidFill>
                </a:rPr>
                <a:t>통계표</a:t>
              </a:r>
              <a:endParaRPr sz="8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4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2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75" y="867775"/>
            <a:ext cx="1525125" cy="168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 title="2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9850" y="160925"/>
            <a:ext cx="1587675" cy="2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 title="2-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7525" y="1352975"/>
            <a:ext cx="1777500" cy="35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title="2-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65025" y="1352975"/>
            <a:ext cx="1819900" cy="35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2-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84925" y="1882275"/>
            <a:ext cx="1706425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5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5"/>
          <p:cNvGrpSpPr/>
          <p:nvPr/>
        </p:nvGrpSpPr>
        <p:grpSpPr>
          <a:xfrm>
            <a:off x="30650" y="160925"/>
            <a:ext cx="2003750" cy="1051350"/>
            <a:chOff x="30650" y="160925"/>
            <a:chExt cx="2003750" cy="1051350"/>
          </a:xfrm>
        </p:grpSpPr>
        <p:sp>
          <p:nvSpPr>
            <p:cNvPr id="86" name="Google Shape;86;p15"/>
            <p:cNvSpPr/>
            <p:nvPr/>
          </p:nvSpPr>
          <p:spPr>
            <a:xfrm>
              <a:off x="30650" y="322475"/>
              <a:ext cx="1582500" cy="889800"/>
            </a:xfrm>
            <a:prstGeom prst="frame">
              <a:avLst>
                <a:gd fmla="val 2256" name="adj1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895900" y="160925"/>
              <a:ext cx="1138500" cy="260100"/>
            </a:xfrm>
            <a:prstGeom prst="wedgeRoundRectCallout">
              <a:avLst>
                <a:gd fmla="val -20833" name="adj1"/>
                <a:gd fmla="val 62500" name="adj2"/>
                <a:gd fmla="val 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1"/>
                  </a:solidFill>
                </a:rPr>
                <a:t>언어모델 선택</a:t>
              </a:r>
              <a:endParaRPr sz="800"/>
            </a:p>
          </p:txBody>
        </p:sp>
      </p:grpSp>
      <p:sp>
        <p:nvSpPr>
          <p:cNvPr id="88" name="Google Shape;88;p15"/>
          <p:cNvSpPr/>
          <p:nvPr/>
        </p:nvSpPr>
        <p:spPr>
          <a:xfrm>
            <a:off x="30650" y="1171750"/>
            <a:ext cx="1592400" cy="3971700"/>
          </a:xfrm>
          <a:prstGeom prst="frame">
            <a:avLst>
              <a:gd fmla="val 942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1164725" y="952175"/>
            <a:ext cx="1138500" cy="2601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세션 생성 버튼</a:t>
            </a:r>
            <a:endParaRPr sz="800"/>
          </a:p>
        </p:txBody>
      </p:sp>
      <p:sp>
        <p:nvSpPr>
          <p:cNvPr id="90" name="Google Shape;90;p15"/>
          <p:cNvSpPr/>
          <p:nvPr/>
        </p:nvSpPr>
        <p:spPr>
          <a:xfrm>
            <a:off x="1114225" y="2022825"/>
            <a:ext cx="1138500" cy="2601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세선 삭제 버튼</a:t>
            </a:r>
            <a:endParaRPr sz="800"/>
          </a:p>
        </p:txBody>
      </p:sp>
      <p:sp>
        <p:nvSpPr>
          <p:cNvPr id="91" name="Google Shape;91;p15"/>
          <p:cNvSpPr/>
          <p:nvPr/>
        </p:nvSpPr>
        <p:spPr>
          <a:xfrm>
            <a:off x="855725" y="2986800"/>
            <a:ext cx="1138500" cy="2601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최근 세션 모음집</a:t>
            </a:r>
            <a:endParaRPr sz="800"/>
          </a:p>
        </p:txBody>
      </p:sp>
      <p:cxnSp>
        <p:nvCxnSpPr>
          <p:cNvPr id="92" name="Google Shape;92;p15"/>
          <p:cNvCxnSpPr/>
          <p:nvPr/>
        </p:nvCxnSpPr>
        <p:spPr>
          <a:xfrm flipH="1">
            <a:off x="1521725" y="4656550"/>
            <a:ext cx="334800" cy="446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3" name="Google Shape;93;p15"/>
          <p:cNvGrpSpPr/>
          <p:nvPr/>
        </p:nvGrpSpPr>
        <p:grpSpPr>
          <a:xfrm>
            <a:off x="1874230" y="3337025"/>
            <a:ext cx="1438120" cy="1772180"/>
            <a:chOff x="1874230" y="3337025"/>
            <a:chExt cx="1438120" cy="1772180"/>
          </a:xfrm>
        </p:grpSpPr>
        <p:pic>
          <p:nvPicPr>
            <p:cNvPr id="94" name="Google Shape;94;p15" title="3-9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74230" y="3337030"/>
              <a:ext cx="1367100" cy="1772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5"/>
            <p:cNvSpPr/>
            <p:nvPr/>
          </p:nvSpPr>
          <p:spPr>
            <a:xfrm>
              <a:off x="2430350" y="3337025"/>
              <a:ext cx="882000" cy="260100"/>
            </a:xfrm>
            <a:prstGeom prst="wedgeRoundRectCallout">
              <a:avLst>
                <a:gd fmla="val -20833" name="adj1"/>
                <a:gd fmla="val 62500" name="adj2"/>
                <a:gd fmla="val 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1"/>
                  </a:solidFill>
                </a:rPr>
                <a:t>채팅 통계</a:t>
              </a:r>
              <a:endParaRPr sz="8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6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6"/>
          <p:cNvGrpSpPr/>
          <p:nvPr/>
        </p:nvGrpSpPr>
        <p:grpSpPr>
          <a:xfrm>
            <a:off x="71050" y="329701"/>
            <a:ext cx="2247375" cy="1217400"/>
            <a:chOff x="71050" y="329701"/>
            <a:chExt cx="2247375" cy="1217400"/>
          </a:xfrm>
        </p:grpSpPr>
        <p:pic>
          <p:nvPicPr>
            <p:cNvPr id="104" name="Google Shape;104;p16" title="3-1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050" y="329701"/>
              <a:ext cx="1477775" cy="121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/>
            <p:nvPr/>
          </p:nvSpPr>
          <p:spPr>
            <a:xfrm>
              <a:off x="1179925" y="394325"/>
              <a:ext cx="1138500" cy="260100"/>
            </a:xfrm>
            <a:prstGeom prst="wedgeRoundRectCallout">
              <a:avLst>
                <a:gd fmla="val -20833" name="adj1"/>
                <a:gd fmla="val 62500" name="adj2"/>
                <a:gd fmla="val 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1"/>
                  </a:solidFill>
                </a:rPr>
                <a:t>모델 3개 선택가능</a:t>
              </a:r>
              <a:endParaRPr sz="800"/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71050" y="316863"/>
            <a:ext cx="2130850" cy="1243075"/>
            <a:chOff x="71050" y="316863"/>
            <a:chExt cx="2130850" cy="1243075"/>
          </a:xfrm>
        </p:grpSpPr>
        <p:pic>
          <p:nvPicPr>
            <p:cNvPr id="107" name="Google Shape;107;p16" title="3-2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1050" y="316863"/>
              <a:ext cx="1476225" cy="1243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6"/>
            <p:cNvSpPr/>
            <p:nvPr/>
          </p:nvSpPr>
          <p:spPr>
            <a:xfrm>
              <a:off x="1344200" y="735425"/>
              <a:ext cx="857700" cy="260100"/>
            </a:xfrm>
            <a:prstGeom prst="wedgeRoundRectCallout">
              <a:avLst>
                <a:gd fmla="val -20833" name="adj1"/>
                <a:gd fmla="val 62500" name="adj2"/>
                <a:gd fmla="val 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1"/>
                  </a:solidFill>
                </a:rPr>
                <a:t>변경완료</a:t>
              </a:r>
              <a:endParaRPr sz="800">
                <a:solidFill>
                  <a:schemeClr val="dk1"/>
                </a:solidFill>
              </a:endParaRPr>
            </a:p>
          </p:txBody>
        </p:sp>
      </p:grpSp>
      <p:pic>
        <p:nvPicPr>
          <p:cNvPr id="109" name="Google Shape;109;p16" title="3-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3050" y="2652900"/>
            <a:ext cx="1684075" cy="2490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p16"/>
          <p:cNvGrpSpPr/>
          <p:nvPr/>
        </p:nvGrpSpPr>
        <p:grpSpPr>
          <a:xfrm>
            <a:off x="0" y="2622475"/>
            <a:ext cx="1932925" cy="2521025"/>
            <a:chOff x="0" y="2622475"/>
            <a:chExt cx="1932925" cy="2521025"/>
          </a:xfrm>
        </p:grpSpPr>
        <p:pic>
          <p:nvPicPr>
            <p:cNvPr id="111" name="Google Shape;111;p16" title="3-3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2622475"/>
              <a:ext cx="1607975" cy="2521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6"/>
            <p:cNvSpPr/>
            <p:nvPr/>
          </p:nvSpPr>
          <p:spPr>
            <a:xfrm>
              <a:off x="794425" y="2747950"/>
              <a:ext cx="1138500" cy="260100"/>
            </a:xfrm>
            <a:prstGeom prst="wedgeRoundRectCallout">
              <a:avLst>
                <a:gd fmla="val -20833" name="adj1"/>
                <a:gd fmla="val 62500" name="adj2"/>
                <a:gd fmla="val 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1"/>
                  </a:solidFill>
                </a:rPr>
                <a:t>세션 누를시 정보 출력</a:t>
              </a:r>
              <a:endParaRPr sz="800"/>
            </a:p>
          </p:txBody>
        </p:sp>
      </p:grpSp>
      <p:cxnSp>
        <p:nvCxnSpPr>
          <p:cNvPr id="113" name="Google Shape;113;p16"/>
          <p:cNvCxnSpPr/>
          <p:nvPr/>
        </p:nvCxnSpPr>
        <p:spPr>
          <a:xfrm flipH="1">
            <a:off x="1410225" y="4149300"/>
            <a:ext cx="760800" cy="644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4" name="Google Shape;114;p16" title="3-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32932" y="735425"/>
            <a:ext cx="7157295" cy="336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title="3-6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32925" y="781575"/>
            <a:ext cx="7157301" cy="3367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6"/>
          <p:cNvGrpSpPr/>
          <p:nvPr/>
        </p:nvGrpSpPr>
        <p:grpSpPr>
          <a:xfrm>
            <a:off x="0" y="2744225"/>
            <a:ext cx="7481925" cy="2399275"/>
            <a:chOff x="0" y="2744225"/>
            <a:chExt cx="7481925" cy="2399275"/>
          </a:xfrm>
        </p:grpSpPr>
        <p:pic>
          <p:nvPicPr>
            <p:cNvPr id="117" name="Google Shape;117;p16" title="3-8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0" y="2744225"/>
              <a:ext cx="1846375" cy="2399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" name="Google Shape;118;p16"/>
            <p:cNvCxnSpPr/>
            <p:nvPr/>
          </p:nvCxnSpPr>
          <p:spPr>
            <a:xfrm rot="10800000">
              <a:off x="1734825" y="3236250"/>
              <a:ext cx="57471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7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17"/>
          <p:cNvGrpSpPr/>
          <p:nvPr/>
        </p:nvGrpSpPr>
        <p:grpSpPr>
          <a:xfrm>
            <a:off x="2216900" y="1323925"/>
            <a:ext cx="1075300" cy="527400"/>
            <a:chOff x="2216900" y="1323925"/>
            <a:chExt cx="1075300" cy="527400"/>
          </a:xfrm>
        </p:grpSpPr>
        <p:sp>
          <p:nvSpPr>
            <p:cNvPr id="127" name="Google Shape;127;p17"/>
            <p:cNvSpPr/>
            <p:nvPr/>
          </p:nvSpPr>
          <p:spPr>
            <a:xfrm>
              <a:off x="2216900" y="1323925"/>
              <a:ext cx="826500" cy="527400"/>
            </a:xfrm>
            <a:prstGeom prst="frame">
              <a:avLst>
                <a:gd fmla="val 4769" name="adj1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686500" y="1344225"/>
              <a:ext cx="605700" cy="192600"/>
            </a:xfrm>
            <a:prstGeom prst="wedgeRoundRectCallout">
              <a:avLst>
                <a:gd fmla="val -20833" name="adj1"/>
                <a:gd fmla="val 62500" name="adj2"/>
                <a:gd fmla="val 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1"/>
                  </a:solidFill>
                </a:rPr>
                <a:t>Top_K수</a:t>
              </a:r>
              <a:endParaRPr sz="800"/>
            </a:p>
          </p:txBody>
        </p:sp>
      </p:grpSp>
      <p:grpSp>
        <p:nvGrpSpPr>
          <p:cNvPr id="129" name="Google Shape;129;p17"/>
          <p:cNvGrpSpPr/>
          <p:nvPr/>
        </p:nvGrpSpPr>
        <p:grpSpPr>
          <a:xfrm>
            <a:off x="0" y="867426"/>
            <a:ext cx="9143998" cy="4140060"/>
            <a:chOff x="0" y="892751"/>
            <a:chExt cx="9143998" cy="4099475"/>
          </a:xfrm>
        </p:grpSpPr>
        <p:pic>
          <p:nvPicPr>
            <p:cNvPr id="130" name="Google Shape;130;p17" title="4-1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892751"/>
              <a:ext cx="9143998" cy="4099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17" title="5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334400" y="2221750"/>
              <a:ext cx="2003375" cy="37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17"/>
          <p:cNvGrpSpPr/>
          <p:nvPr/>
        </p:nvGrpSpPr>
        <p:grpSpPr>
          <a:xfrm>
            <a:off x="0" y="1394876"/>
            <a:ext cx="9143999" cy="3748640"/>
            <a:chOff x="0" y="1369575"/>
            <a:chExt cx="9143999" cy="3773925"/>
          </a:xfrm>
        </p:grpSpPr>
        <p:pic>
          <p:nvPicPr>
            <p:cNvPr id="133" name="Google Shape;133;p17" title="4-2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1369575"/>
              <a:ext cx="9143999" cy="3773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7" title="5-1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837574" y="2545834"/>
              <a:ext cx="2734424" cy="257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17"/>
          <p:cNvGrpSpPr/>
          <p:nvPr/>
        </p:nvGrpSpPr>
        <p:grpSpPr>
          <a:xfrm>
            <a:off x="0" y="1323996"/>
            <a:ext cx="9144001" cy="3819211"/>
            <a:chOff x="0" y="1572475"/>
            <a:chExt cx="9144001" cy="3571025"/>
          </a:xfrm>
        </p:grpSpPr>
        <p:pic>
          <p:nvPicPr>
            <p:cNvPr id="136" name="Google Shape;136;p17" title="4-3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0" y="1572475"/>
              <a:ext cx="9144001" cy="3571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7" title="5-2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818375" y="2278863"/>
              <a:ext cx="3162300" cy="3524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8" name="Google Shape;138;p17" title="4-4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1003475"/>
            <a:ext cx="9144000" cy="4140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7"/>
          <p:cNvGrpSpPr/>
          <p:nvPr/>
        </p:nvGrpSpPr>
        <p:grpSpPr>
          <a:xfrm>
            <a:off x="0" y="248511"/>
            <a:ext cx="9144001" cy="4894611"/>
            <a:chOff x="0" y="-2185177"/>
            <a:chExt cx="9144001" cy="7328359"/>
          </a:xfrm>
        </p:grpSpPr>
        <p:pic>
          <p:nvPicPr>
            <p:cNvPr id="140" name="Google Shape;140;p17" title="4-6.png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0" y="-2185177"/>
              <a:ext cx="9144001" cy="7328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7"/>
            <p:cNvSpPr/>
            <p:nvPr/>
          </p:nvSpPr>
          <p:spPr>
            <a:xfrm>
              <a:off x="4144225" y="245925"/>
              <a:ext cx="2282700" cy="461700"/>
            </a:xfrm>
            <a:prstGeom prst="wedgeRectCallout">
              <a:avLst>
                <a:gd fmla="val -20833" name="adj1"/>
                <a:gd fmla="val 625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검색어 길이 길게한 경우</a:t>
              </a:r>
              <a:endParaRPr/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0" y="0"/>
            <a:ext cx="9144000" cy="4960703"/>
            <a:chOff x="0" y="-302"/>
            <a:chExt cx="9144000" cy="5007776"/>
          </a:xfrm>
        </p:grpSpPr>
        <p:pic>
          <p:nvPicPr>
            <p:cNvPr id="143" name="Google Shape;143;p17" title="4-7.png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0" y="-302"/>
              <a:ext cx="9144000" cy="5007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7"/>
            <p:cNvSpPr/>
            <p:nvPr/>
          </p:nvSpPr>
          <p:spPr>
            <a:xfrm>
              <a:off x="4448575" y="131900"/>
              <a:ext cx="1998600" cy="314700"/>
            </a:xfrm>
            <a:prstGeom prst="wedgeRectCallout">
              <a:avLst>
                <a:gd fmla="val -20833" name="adj1"/>
                <a:gd fmla="val 625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검색어 길이 짧게한 경우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